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4256" r:id="rId10"/>
  </p:sldMasterIdLst>
  <p:notesMasterIdLst>
    <p:notesMasterId r:id="rId17"/>
  </p:notesMasterIdLst>
  <p:handoutMasterIdLst>
    <p:handoutMasterId r:id="rId18"/>
  </p:handoutMasterIdLst>
  <p:sldIdLst>
    <p:sldId id="1991" r:id="rId11"/>
    <p:sldId id="2028" r:id="rId12"/>
    <p:sldId id="2045" r:id="rId13"/>
    <p:sldId id="2051" r:id="rId14"/>
    <p:sldId id="2046" r:id="rId15"/>
    <p:sldId id="282" r:id="rId16"/>
  </p:sldIdLst>
  <p:sldSz cx="12192000" cy="6858000"/>
  <p:notesSz cx="7315200" cy="96012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90D"/>
    <a:srgbClr val="000000"/>
    <a:srgbClr val="FFCD00"/>
    <a:srgbClr val="ED8B00"/>
    <a:srgbClr val="DB291C"/>
    <a:srgbClr val="FF9900"/>
    <a:srgbClr val="C00000"/>
    <a:srgbClr val="3C8A2E"/>
    <a:srgbClr val="DCDCDC"/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628" autoAdjust="0"/>
  </p:normalViewPr>
  <p:slideViewPr>
    <p:cSldViewPr snapToGrid="0" showGuides="1">
      <p:cViewPr varScale="1">
        <p:scale>
          <a:sx n="64" d="100"/>
          <a:sy n="64" d="100"/>
        </p:scale>
        <p:origin x="560" y="56"/>
      </p:cViewPr>
      <p:guideLst/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1992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.xml"/><Relationship Id="rId19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9/25/2026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0570-7313-2379-8283-C8A89119D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FCCF6-2F3F-7738-8460-A5EBD23C7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  <p:txBody>
          <a:bodyPr/>
          <a:lstStyle/>
          <a:p>
            <a:endParaRPr lang="es-A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A0099B-5148-98B5-B3B8-3C526CD63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FD85-6D2E-015A-A801-63C8461653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165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1182D-5519-6706-1577-BFCD8F71E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027B2-F40C-49E2-1C95-F7939497A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DCB07-EC74-CC08-7890-B0F010D5C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B63F4-05FF-E133-88F9-392FD7D3C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486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6206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4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4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291933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5393323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178760371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1572"/>
            <a:ext cx="11274552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4" name="CaseCode">
            <a:extLst>
              <a:ext uri="{FF2B5EF4-FFF2-40B4-BE49-F238E27FC236}">
                <a16:creationId xmlns:a16="http://schemas.microsoft.com/office/drawing/2014/main" id="{08A4AA8C-A518-8737-7939-D6683E965C83}"/>
              </a:ext>
            </a:extLst>
          </p:cNvPr>
          <p:cNvSpPr txBox="1"/>
          <p:nvPr userDrawn="1"/>
        </p:nvSpPr>
        <p:spPr>
          <a:xfrm>
            <a:off x="7406640" y="6519672"/>
            <a:ext cx="38251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Título de la presentación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s-MX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[Para editar, haga </a:t>
            </a: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click en View &gt; Slide Master &gt; Slide Master]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D13F7452-90F4-9422-6CB8-92EC4E4136F1}"/>
              </a:ext>
            </a:extLst>
          </p:cNvPr>
          <p:cNvSpPr txBox="1"/>
          <p:nvPr userDrawn="1"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91193-BF26-01EF-1D12-984BC56C1FCF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46898D38-B1B7-1EF5-0749-785B1F7197F4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Información confidencial</a:t>
            </a:r>
          </a:p>
        </p:txBody>
      </p:sp>
    </p:spTree>
    <p:extLst>
      <p:ext uri="{BB962C8B-B14F-4D97-AF65-F5344CB8AC3E}">
        <p14:creationId xmlns:p14="http://schemas.microsoft.com/office/powerpoint/2010/main" val="2866718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4" name="CaseCode">
            <a:extLst>
              <a:ext uri="{FF2B5EF4-FFF2-40B4-BE49-F238E27FC236}">
                <a16:creationId xmlns:a16="http://schemas.microsoft.com/office/drawing/2014/main" id="{429FA108-706D-9252-2F89-E52BE26CD115}"/>
              </a:ext>
            </a:extLst>
          </p:cNvPr>
          <p:cNvSpPr txBox="1"/>
          <p:nvPr userDrawn="1"/>
        </p:nvSpPr>
        <p:spPr>
          <a:xfrm>
            <a:off x="7406640" y="6519672"/>
            <a:ext cx="38251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Título de la presentación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[Para editar, haga </a:t>
            </a: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click en View &gt; Slide Master &gt; Slide Master]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C5C91507-4ED2-B8A8-B272-B3291BF6A23A}"/>
              </a:ext>
            </a:extLst>
          </p:cNvPr>
          <p:cNvSpPr txBox="1"/>
          <p:nvPr userDrawn="1"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AD7950-85D2-C33E-E576-22AA33DACD9C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AB5D9F1E-EFF7-BAA3-68D9-9F41E4E0DE20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Información confidencial</a:t>
            </a:r>
          </a:p>
        </p:txBody>
      </p:sp>
    </p:spTree>
    <p:extLst>
      <p:ext uri="{BB962C8B-B14F-4D97-AF65-F5344CB8AC3E}">
        <p14:creationId xmlns:p14="http://schemas.microsoft.com/office/powerpoint/2010/main" val="1418350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60CC504-C642-CAD5-61BD-E184E479D1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FD8C8D7-FC7E-145B-B314-E6EBE79FFB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E37A9BFA-1475-648F-FDA4-F4282BD8B164}"/>
              </a:ext>
            </a:extLst>
          </p:cNvPr>
          <p:cNvSpPr txBox="1"/>
          <p:nvPr userDrawn="1"/>
        </p:nvSpPr>
        <p:spPr>
          <a:xfrm>
            <a:off x="7406640" y="6519672"/>
            <a:ext cx="38251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Título de la presentación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[Para editar, haga </a:t>
            </a: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click en View &gt; Slide Master &gt; Slide Master]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B969BF7-EB44-A629-01CB-7250E7663338}"/>
              </a:ext>
            </a:extLst>
          </p:cNvPr>
          <p:cNvSpPr txBox="1"/>
          <p:nvPr userDrawn="1"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6D9E0-0B49-CB7E-EADC-23A540BB37B9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4AF955F7-8385-4EFC-10F8-C0F54B6BD3FD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Información confidencial</a:t>
            </a:r>
          </a:p>
        </p:txBody>
      </p:sp>
    </p:spTree>
    <p:extLst>
      <p:ext uri="{BB962C8B-B14F-4D97-AF65-F5344CB8AC3E}">
        <p14:creationId xmlns:p14="http://schemas.microsoft.com/office/powerpoint/2010/main" val="5860533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Blue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E58C20-370C-728D-70BA-DDC6ADA472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92CE7D-8322-F37D-A263-8628F272E56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F47EE364-13E7-90D0-BCE0-9A8A71064E31}"/>
              </a:ext>
            </a:extLst>
          </p:cNvPr>
          <p:cNvSpPr txBox="1"/>
          <p:nvPr userDrawn="1"/>
        </p:nvSpPr>
        <p:spPr>
          <a:xfrm>
            <a:off x="7406640" y="6519672"/>
            <a:ext cx="38251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Título de la presentación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[Para editar, haga </a:t>
            </a: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click en View &gt; Slide Master &gt; Slide Master]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21C336C5-9727-6F80-8A8A-5BF5889D31F7}"/>
              </a:ext>
            </a:extLst>
          </p:cNvPr>
          <p:cNvSpPr txBox="1"/>
          <p:nvPr userDrawn="1"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7B46B6-5DB8-20B1-606F-CC7007E98FD5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798AB818-FD72-1CDF-F6EB-D77FC8C6DC46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Información confidencial</a:t>
            </a:r>
          </a:p>
        </p:txBody>
      </p:sp>
    </p:spTree>
    <p:extLst>
      <p:ext uri="{BB962C8B-B14F-4D97-AF65-F5344CB8AC3E}">
        <p14:creationId xmlns:p14="http://schemas.microsoft.com/office/powerpoint/2010/main" val="39143245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133888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6C364-9ED6-42C4-8FC2-1F9C6CB165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48477"/>
            <a:ext cx="5778080" cy="484791"/>
          </a:xfrm>
        </p:spPr>
        <p:txBody>
          <a:bodyPr>
            <a:noAutofit/>
          </a:bodyPr>
          <a:lstStyle>
            <a:lvl1pPr>
              <a:defRPr sz="3200" b="1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D421831-C244-4DE0-8DE2-755D7D7315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33269"/>
            <a:ext cx="5465380" cy="863162"/>
          </a:xfrm>
        </p:spPr>
        <p:txBody>
          <a:bodyPr>
            <a:noAutofit/>
          </a:bodyPr>
          <a:lstStyle>
            <a:lvl1pPr>
              <a:defRPr sz="3200" b="0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90991332"/>
      </p:ext>
    </p:extLst>
  </p:cSld>
  <p:clrMapOvr>
    <a:masterClrMapping/>
  </p:clrMapOvr>
  <p:transition>
    <p:fade/>
  </p:transition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18864834"/>
      </p:ext>
    </p:extLst>
  </p:cSld>
  <p:clrMapOvr>
    <a:masterClrMapping/>
  </p:clrMapOvr>
  <p:transition>
    <p:fade/>
  </p:transition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97687339"/>
      </p:ext>
    </p:extLst>
  </p:cSld>
  <p:clrMapOvr>
    <a:masterClrMapping/>
  </p:clrMapOvr>
  <p:transition>
    <p:fade/>
  </p:transition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6905916"/>
      </p:ext>
    </p:extLst>
  </p:cSld>
  <p:clrMapOvr>
    <a:masterClrMapping/>
  </p:clrMapOvr>
  <p:transition>
    <p:fade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6713089"/>
      </p:ext>
    </p:extLst>
  </p:cSld>
  <p:clrMapOvr>
    <a:masterClrMapping/>
  </p:clrMapOvr>
  <p:transition>
    <p:fade/>
  </p:transition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1588055"/>
      </p:ext>
    </p:extLst>
  </p:cSld>
  <p:clrMapOvr>
    <a:masterClrMapping/>
  </p:clrMapOvr>
  <p:transition>
    <p:fade/>
  </p:transition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90321375"/>
      </p:ext>
    </p:extLst>
  </p:cSld>
  <p:clrMapOvr>
    <a:masterClrMapping/>
  </p:clrMapOvr>
  <p:transition>
    <p:fade/>
  </p:transition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68246035"/>
      </p:ext>
    </p:extLst>
  </p:cSld>
  <p:clrMapOvr>
    <a:masterClrMapping/>
  </p:clrMapOvr>
  <p:transition>
    <p:fade/>
  </p:transition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682601"/>
      </p:ext>
    </p:extLst>
  </p:cSld>
  <p:clrMapOvr>
    <a:masterClrMapping/>
  </p:clrMapOvr>
  <p:transition>
    <p:fade/>
  </p:transition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1BEBA89D-3AAC-3CB0-C580-EB5B54573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54551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with imag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6C364-9ED6-42C4-8FC2-1F9C6CB165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47472"/>
            <a:ext cx="5465380" cy="484791"/>
          </a:xfrm>
        </p:spPr>
        <p:txBody>
          <a:bodyPr>
            <a:noAutofit/>
          </a:bodyPr>
          <a:lstStyle>
            <a:lvl1pPr>
              <a:defRPr sz="3200" b="1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D421831-C244-4DE0-8DE2-755D7D7315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32104"/>
            <a:ext cx="5465380" cy="863162"/>
          </a:xfrm>
        </p:spPr>
        <p:txBody>
          <a:bodyPr>
            <a:noAutofit/>
          </a:bodyPr>
          <a:lstStyle>
            <a:lvl1pPr>
              <a:defRPr sz="3200" b="0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22755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856673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59348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77579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444224991"/>
      </p:ext>
    </p:extLst>
  </p:cSld>
  <p:clrMapOvr>
    <a:masterClrMapping/>
  </p:clrMapOvr>
  <p:transition>
    <p:fade/>
  </p:transition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637103"/>
      </p:ext>
    </p:extLst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7048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9814472"/>
      </p:ext>
    </p:extLst>
  </p:cSld>
  <p:clrMapOvr>
    <a:masterClrMapping/>
  </p:clrMapOvr>
  <p:transition>
    <p:fade/>
  </p:transition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2232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744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838375"/>
      </p:ext>
    </p:extLst>
  </p:cSld>
  <p:clrMapOvr>
    <a:masterClrMapping/>
  </p:clrMapOvr>
  <p:transition>
    <p:fade/>
  </p:transition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62087470"/>
      </p:ext>
    </p:extLst>
  </p:cSld>
  <p:clrMapOvr>
    <a:masterClrMapping/>
  </p:clrMapOvr>
  <p:transition>
    <p:fade/>
  </p:transition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79773-3B23-90E9-4D48-A5FDB54800E7}"/>
              </a:ext>
            </a:extLst>
          </p:cNvPr>
          <p:cNvSpPr/>
          <p:nvPr/>
        </p:nvSpPr>
        <p:spPr>
          <a:xfrm>
            <a:off x="6245352" y="1677307"/>
            <a:ext cx="55080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B04A7-88BB-C053-00D5-6E084E746EAB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282340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4C074566-129B-653D-CAB9-0DAF93F2A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36774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 - Deloitte green accent 4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1" y="1726936"/>
            <a:ext cx="11264900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1" y="3474720"/>
            <a:ext cx="112649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487610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8000" y="295683"/>
            <a:ext cx="11136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92488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270" imgH="270" progId="TCLayout.ActiveDocument.1">
                  <p:embed/>
                </p:oleObj>
              </mc:Choice>
              <mc:Fallback>
                <p:oleObj name="think-cell Slide" r:id="rId3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7406640" y="6519672"/>
            <a:ext cx="38251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Título de la presentación</a:t>
            </a: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s-MX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[Para editar, haga </a:t>
            </a: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click en View &gt; Slide Master &gt; Slide Master]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B3A282DC-50BE-AE33-FABD-30122E0C1038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Información confidencial</a:t>
            </a:r>
          </a:p>
        </p:txBody>
      </p:sp>
    </p:spTree>
    <p:extLst>
      <p:ext uri="{BB962C8B-B14F-4D97-AF65-F5344CB8AC3E}">
        <p14:creationId xmlns:p14="http://schemas.microsoft.com/office/powerpoint/2010/main" val="47965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7" r:id="rId1"/>
    <p:sldLayoutId id="2147484258" r:id="rId2"/>
    <p:sldLayoutId id="2147484259" r:id="rId3"/>
    <p:sldLayoutId id="2147484260" r:id="rId4"/>
    <p:sldLayoutId id="2147484261" r:id="rId5"/>
    <p:sldLayoutId id="2147484262" r:id="rId6"/>
    <p:sldLayoutId id="2147484263" r:id="rId7"/>
    <p:sldLayoutId id="2147484264" r:id="rId8"/>
    <p:sldLayoutId id="2147484265" r:id="rId9"/>
    <p:sldLayoutId id="2147484266" r:id="rId10"/>
    <p:sldLayoutId id="2147484267" r:id="rId11"/>
    <p:sldLayoutId id="2147484268" r:id="rId12"/>
    <p:sldLayoutId id="2147484269" r:id="rId13"/>
    <p:sldLayoutId id="2147484270" r:id="rId14"/>
    <p:sldLayoutId id="2147484271" r:id="rId15"/>
    <p:sldLayoutId id="2147484272" r:id="rId16"/>
    <p:sldLayoutId id="2147484273" r:id="rId17"/>
    <p:sldLayoutId id="2147484274" r:id="rId18"/>
    <p:sldLayoutId id="2147484275" r:id="rId19"/>
    <p:sldLayoutId id="2147484276" r:id="rId20"/>
    <p:sldLayoutId id="2147484277" r:id="rId21"/>
    <p:sldLayoutId id="2147484278" r:id="rId22"/>
    <p:sldLayoutId id="2147484279" r:id="rId23"/>
    <p:sldLayoutId id="2147484280" r:id="rId24"/>
    <p:sldLayoutId id="2147484281" r:id="rId25"/>
    <p:sldLayoutId id="2147484282" r:id="rId26"/>
    <p:sldLayoutId id="2147484283" r:id="rId27"/>
    <p:sldLayoutId id="2147484284" r:id="rId28"/>
    <p:sldLayoutId id="2147484285" r:id="rId29"/>
    <p:sldLayoutId id="2147484286" r:id="rId30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85" pos="3936" userDrawn="1">
          <p15:clr>
            <a:srgbClr val="F26B43"/>
          </p15:clr>
        </p15:guide>
        <p15:guide id="87" orient="horz" pos="4104" userDrawn="1">
          <p15:clr>
            <a:srgbClr val="F26B43"/>
          </p15:clr>
        </p15:guide>
        <p15:guide id="88" orient="horz" pos="1056" userDrawn="1">
          <p15:clr>
            <a:srgbClr val="F26B43"/>
          </p15:clr>
        </p15:guide>
        <p15:guide id="89" pos="3840" userDrawn="1">
          <p15:clr>
            <a:srgbClr val="F26B43"/>
          </p15:clr>
        </p15:guide>
        <p15:guide id="90" pos="7392" userDrawn="1">
          <p15:clr>
            <a:srgbClr val="F26B43"/>
          </p15:clr>
        </p15:guide>
        <p15:guide id="91" orient="horz" pos="216" userDrawn="1">
          <p15:clr>
            <a:srgbClr val="F26B43"/>
          </p15:clr>
        </p15:guide>
        <p15:guide id="92" orient="horz" pos="432" userDrawn="1">
          <p15:clr>
            <a:srgbClr val="F26B43"/>
          </p15:clr>
        </p15:guide>
        <p15:guide id="93" pos="288" userDrawn="1">
          <p15:clr>
            <a:srgbClr val="F26B43"/>
          </p15:clr>
        </p15:guide>
        <p15:guide id="94" pos="3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FC63C-9C07-17E9-5FFE-51F991165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3FA2D24-E4BC-F5F7-B488-4997D4A786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00" b="21607"/>
          <a:stretch>
            <a:fillRect/>
          </a:stretch>
        </p:blipFill>
        <p:spPr>
          <a:xfrm>
            <a:off x="149925" y="283684"/>
            <a:ext cx="11892150" cy="629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3799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FDBAB-B947-3FA5-A5EA-D468C511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16F071-3519-E639-E0D9-C8330CE0F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91" y="0"/>
            <a:ext cx="10430417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611708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9F344F-641D-EDF2-63A8-CCDEB60C3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32949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A983A3-92A4-1131-C1BF-FE48A1667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93" y="0"/>
            <a:ext cx="11138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06031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5F1E5-B8CB-4915-B105-6AB44840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64">
            <a:extLst>
              <a:ext uri="{FF2B5EF4-FFF2-40B4-BE49-F238E27FC236}">
                <a16:creationId xmlns:a16="http://schemas.microsoft.com/office/drawing/2014/main" id="{D96A9644-D015-BBEF-C5A8-884F0B02FE71}"/>
              </a:ext>
            </a:extLst>
          </p:cNvPr>
          <p:cNvSpPr/>
          <p:nvPr/>
        </p:nvSpPr>
        <p:spPr bwMode="gray">
          <a:xfrm>
            <a:off x="1934870" y="2617832"/>
            <a:ext cx="1723648" cy="1135341"/>
          </a:xfrm>
          <a:prstGeom prst="ellipse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49EBE69-DFE2-5706-1879-C64CE32148A0}"/>
              </a:ext>
            </a:extLst>
          </p:cNvPr>
          <p:cNvGrpSpPr/>
          <p:nvPr/>
        </p:nvGrpSpPr>
        <p:grpSpPr>
          <a:xfrm>
            <a:off x="6796543" y="1315608"/>
            <a:ext cx="1325186" cy="1991456"/>
            <a:chOff x="1931198" y="2189181"/>
            <a:chExt cx="1546024" cy="2357128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FE46638-D6C6-5C4C-F909-DFC545FAD031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3725FB3-D52F-AD07-0559-08D83B1A1BB6}"/>
                </a:ext>
              </a:extLst>
            </p:cNvPr>
            <p:cNvSpPr/>
            <p:nvPr/>
          </p:nvSpPr>
          <p:spPr>
            <a:xfrm>
              <a:off x="1931198" y="4182018"/>
              <a:ext cx="1546024" cy="3642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endParaRPr lang="es-AR" sz="1400" noProof="0">
                <a:solidFill>
                  <a:prstClr val="white"/>
                </a:solidFill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BC68D00-11C2-2416-9BC7-B9AB2AB3CB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230"/>
          <a:stretch>
            <a:fillRect/>
          </a:stretch>
        </p:blipFill>
        <p:spPr>
          <a:xfrm>
            <a:off x="-4994" y="793238"/>
            <a:ext cx="12196994" cy="502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85952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64"/>
          <p:cNvSpPr/>
          <p:nvPr/>
        </p:nvSpPr>
        <p:spPr bwMode="gray">
          <a:xfrm>
            <a:off x="1934870" y="2617832"/>
            <a:ext cx="1723648" cy="1135341"/>
          </a:xfrm>
          <a:prstGeom prst="ellipse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6796543" y="1315608"/>
            <a:ext cx="1325186" cy="1991456"/>
            <a:chOff x="1931198" y="2189181"/>
            <a:chExt cx="1546024" cy="2357128"/>
          </a:xfrm>
        </p:grpSpPr>
        <p:sp>
          <p:nvSpPr>
            <p:cNvPr id="72" name="Oval 71"/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 dirty="0">
                <a:solidFill>
                  <a:prstClr val="white"/>
                </a:solidFill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931198" y="4182018"/>
              <a:ext cx="1546024" cy="3642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endParaRPr lang="es-AR" sz="1400" noProof="0" dirty="0">
                <a:solidFill>
                  <a:prstClr val="white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CEC91BC-DFEF-277A-C4D5-405AA0406F17}"/>
              </a:ext>
            </a:extLst>
          </p:cNvPr>
          <p:cNvSpPr/>
          <p:nvPr/>
        </p:nvSpPr>
        <p:spPr>
          <a:xfrm>
            <a:off x="432663" y="1875903"/>
            <a:ext cx="535787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Las Entidades Habilitadas deberán invertir en instrumentos financieros o valores negociables emitidos y negociados en el país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No se admite la inversión en instrumentos financieros del exterior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solidFill>
                <a:prstClr val="whit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prstClr val="white"/>
                </a:solidFill>
              </a:rPr>
              <a:t>Comisión con tope del 1%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8896B-8312-0EB6-6ABB-97CB9E3B7CA4}"/>
              </a:ext>
            </a:extLst>
          </p:cNvPr>
          <p:cNvSpPr txBox="1">
            <a:spLocks/>
          </p:cNvSpPr>
          <p:nvPr/>
        </p:nvSpPr>
        <p:spPr>
          <a:xfrm>
            <a:off x="164441" y="117507"/>
            <a:ext cx="11252200" cy="3341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s-AR" dirty="0">
                <a:solidFill>
                  <a:prstClr val="white"/>
                </a:solidFill>
                <a:latin typeface="Aptos (body)"/>
                <a:ea typeface="Verdana" panose="020B0604030504040204" pitchFamily="34" charset="0"/>
              </a:rPr>
              <a:t>FAL – Políticas de Inversión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(body)"/>
              <a:ea typeface="Verdan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A5FDDE-1B63-4301-169C-6013FADF5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016" y="276701"/>
            <a:ext cx="3830794" cy="630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18067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Deloitte_Brand_Theme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Brand_Theme" id="{6616D06F-355C-41D2-AEC5-9DE6DC577919}" vid="{C6B605AB-3ACD-4914-BC91-A310AFB77A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C0B5E8C28FBB4DB6BB6E6547CA8A70" ma:contentTypeVersion="14" ma:contentTypeDescription="Create a new document." ma:contentTypeScope="" ma:versionID="4c6617896dbd6066d418e5883b6ed562">
  <xsd:schema xmlns:xsd="http://www.w3.org/2001/XMLSchema" xmlns:xs="http://www.w3.org/2001/XMLSchema" xmlns:p="http://schemas.microsoft.com/office/2006/metadata/properties" xmlns:ns3="8f1e2369-70da-40d7-b978-99d0855b91b8" xmlns:ns4="8ee28f6f-733e-446a-845c-015b8614e1f7" targetNamespace="http://schemas.microsoft.com/office/2006/metadata/properties" ma:root="true" ma:fieldsID="7beb73ffafaeb73ea273bd43962ac528" ns3:_="" ns4:_="">
    <xsd:import namespace="8f1e2369-70da-40d7-b978-99d0855b91b8"/>
    <xsd:import namespace="8ee28f6f-733e-446a-845c-015b8614e1f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1e2369-70da-40d7-b978-99d0855b91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e28f6f-733e-446a-845c-015b8614e1f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TemplafyFormConfiguration><![CDATA[{"formFields":[],"formDataEntries":[]}]]></TemplafyFormConfiguration>
</file>

<file path=customXml/item7.xml><?xml version="1.0" encoding="utf-8"?>
<TemplafyTemplateConfiguration><![CDATA[{"elementsMetadata":[],"transformationConfigurations":[],"templateName":"Deloitte_16_9_blank_2026","templateDescription":"","enableDocumentContentUpdater":false,"version":"2.0"}]]></TemplafyTemplateConfiguration>
</file>

<file path=customXml/item8.xml><?xml version="1.0" encoding="utf-8"?>
<TemplafySlideTemplateConfiguration><![CDATA[{"slideVersion":1,"isValidatorEnabled":false,"isLocked":false,"elementsMetadata":[],"slideId":"1395848840643608577","enableDocumentContentUpdater":false,"version":"2.0"}]]></TemplafySlideTemplateConfiguration>
</file>

<file path=customXml/item9.xml><?xml version="1.0" encoding="utf-8"?>
<TemplafySlideTemplateConfiguration><![CDATA[{"slideVersion":1,"isValidatorEnabled":false,"isLocked":false,"elementsMetadata":[],"slideId":"1395848840643608576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10B2FCBC-AEA4-4167-AEBB-3951BFAB54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1e2369-70da-40d7-b978-99d0855b91b8"/>
    <ds:schemaRef ds:uri="8ee28f6f-733e-446a-845c-015b8614e1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BF235D-5BAD-4A08-AEE0-5E29BE15689F}">
  <ds:schemaRefs>
    <ds:schemaRef ds:uri="http://purl.org/dc/dcmitype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8ee28f6f-733e-446a-845c-015b8614e1f7"/>
    <ds:schemaRef ds:uri="8f1e2369-70da-40d7-b978-99d0855b91b8"/>
  </ds:schemaRefs>
</ds:datastoreItem>
</file>

<file path=customXml/itemProps3.xml><?xml version="1.0" encoding="utf-8"?>
<ds:datastoreItem xmlns:ds="http://schemas.openxmlformats.org/officeDocument/2006/customXml" ds:itemID="{1F120DBA-1A29-4FC8-93DB-3D8AD78044F0}">
  <ds:schemaRefs/>
</ds:datastoreItem>
</file>

<file path=customXml/itemProps4.xml><?xml version="1.0" encoding="utf-8"?>
<ds:datastoreItem xmlns:ds="http://schemas.openxmlformats.org/officeDocument/2006/customXml" ds:itemID="{AE07FFE0-34F1-4C96-8A56-8ADDAFBB24CC}">
  <ds:schemaRefs/>
</ds:datastoreItem>
</file>

<file path=customXml/itemProps5.xml><?xml version="1.0" encoding="utf-8"?>
<ds:datastoreItem xmlns:ds="http://schemas.openxmlformats.org/officeDocument/2006/customXml" ds:itemID="{66E6CC2D-2343-40C9-BF57-ACB940668AFF}">
  <ds:schemaRefs>
    <ds:schemaRef ds:uri="http://schemas.microsoft.com/sharepoint/v3/contenttype/forms"/>
  </ds:schemaRefs>
</ds:datastoreItem>
</file>

<file path=customXml/itemProps6.xml><?xml version="1.0" encoding="utf-8"?>
<ds:datastoreItem xmlns:ds="http://schemas.openxmlformats.org/officeDocument/2006/customXml" ds:itemID="{7FCF9609-91E2-4BB1-8B63-A48DFFAC12F9}">
  <ds:schemaRefs/>
</ds:datastoreItem>
</file>

<file path=customXml/itemProps7.xml><?xml version="1.0" encoding="utf-8"?>
<ds:datastoreItem xmlns:ds="http://schemas.openxmlformats.org/officeDocument/2006/customXml" ds:itemID="{21C4425B-E377-4ADE-A01F-CC41FFF5CC78}">
  <ds:schemaRefs/>
</ds:datastoreItem>
</file>

<file path=customXml/itemProps8.xml><?xml version="1.0" encoding="utf-8"?>
<ds:datastoreItem xmlns:ds="http://schemas.openxmlformats.org/officeDocument/2006/customXml" ds:itemID="{F740BE30-5A0C-4647-8505-BAB6B23D0CFB}">
  <ds:schemaRefs/>
</ds:datastoreItem>
</file>

<file path=customXml/itemProps9.xml><?xml version="1.0" encoding="utf-8"?>
<ds:datastoreItem xmlns:ds="http://schemas.openxmlformats.org/officeDocument/2006/customXml" ds:itemID="{3E7BF5A8-8641-47C3-82F5-7CF0458B3D07}">
  <ds:schemaRefs/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Deloitte_Brand_Theme_102224</Template>
  <TotalTime>0</TotalTime>
  <Words>41</Words>
  <Application>Microsoft Office PowerPoint</Application>
  <PresentationFormat>Widescreen</PresentationFormat>
  <Paragraphs>9</Paragraphs>
  <Slides>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(body)</vt:lpstr>
      <vt:lpstr>Arial</vt:lpstr>
      <vt:lpstr>Calibri</vt:lpstr>
      <vt:lpstr>Calibri Light</vt:lpstr>
      <vt:lpstr>Verdana</vt:lpstr>
      <vt:lpstr>1_Deloitte_Brand_Theme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16x9 Onscreen PPT</dc:title>
  <dc:creator/>
  <cp:lastModifiedBy/>
  <cp:revision>2</cp:revision>
  <dcterms:created xsi:type="dcterms:W3CDTF">2026-08-19T13:17:43Z</dcterms:created>
  <dcterms:modified xsi:type="dcterms:W3CDTF">2026-09-25T13:26:18Z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2021-04-05T20:58:38Z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9ab57f92-f9f5-4e1c-bb56-f04159416863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0x01010097C0B5E8C28FBB4DB6BB6E6547CA8A70</vt:lpwstr>
  </property>
  <property fmtid="{D5CDD505-2E9C-101B-9397-08002B2CF9AE}" pid="10" name="TemplafyTimeStamp">
    <vt:lpwstr>2026-02-24T18:23:12</vt:lpwstr>
  </property>
  <property fmtid="{D5CDD505-2E9C-101B-9397-08002B2CF9AE}" pid="11" name="TemplafyTenantId">
    <vt:lpwstr>slatamdeloitte</vt:lpwstr>
  </property>
  <property fmtid="{D5CDD505-2E9C-101B-9397-08002B2CF9AE}" pid="12" name="TemplafyTemplateId">
    <vt:lpwstr>1395848840889499656</vt:lpwstr>
  </property>
  <property fmtid="{D5CDD505-2E9C-101B-9397-08002B2CF9AE}" pid="13" name="TemplafyUserProfileId">
    <vt:lpwstr>1213812235536697247</vt:lpwstr>
  </property>
  <property fmtid="{D5CDD505-2E9C-101B-9397-08002B2CF9AE}" pid="14" name="TemplafyFromBlank">
    <vt:bool>true</vt:bool>
  </property>
</Properties>
</file>